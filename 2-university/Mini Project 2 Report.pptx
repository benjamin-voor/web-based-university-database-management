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c0abc42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c0abc42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6c0abc4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6c0abc4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6c0abc4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6c0abc4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7019226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7019226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Project 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97175"/>
            <a:ext cx="8520600" cy="16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Matthew Powrie, Matthew Russo, Connor Beard, Benjamin Voor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4/2/25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P. - Writing Report and Setup Instructions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Matthew R. - Writing PHP, 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Connor B. - Writing HTML, PHP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Benjamin V. - Sharing Google Drive, setting up Discord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ChatGPT - LLM for assistance with PHP code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3/27 -</a:t>
            </a:r>
            <a:r>
              <a:rPr lang="en"/>
              <a:t> </a:t>
            </a:r>
            <a:r>
              <a:rPr lang="en"/>
              <a:t>Work started, roles assigned, planning, creation of shared documents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3/30 -</a:t>
            </a:r>
            <a:r>
              <a:rPr lang="en"/>
              <a:t> </a:t>
            </a:r>
            <a:r>
              <a:rPr lang="en"/>
              <a:t>Using LLM to help set up PHP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4/1 - Writing PHP scripts and Setup Instructions, final preparations, finalizing files, implementing 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4/2 - Presentation and submission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Easiest and Hardest Parts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Easiest Part: using the LLM to generate PHP code.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Hardest Part: splitting the work effectively and time management.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ChatGPT/LLM Queries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you write html code to make a user interface that allows data extraction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should be a drop-down menu for a user to select what they want to do with a selector, and a text box which allows the user to input a selector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activated, the website should perform a SQL query corresponding to the user input that grabs from a database. Just use a placeholder for the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I say selector, I meant to basically grab an entire table from the database, not to use the like keyword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