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238be7e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238be7e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Mini-Project 3 Report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Matthew Powrie, Matthew Russo, Benjamin Voor, Connor Beard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4/15/25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